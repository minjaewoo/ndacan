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32004000" cy="45720000"/>
  <p:notesSz cx="6858000" cy="9144000"/>
  <p:defaultTextStyle>
    <a:defPPr>
      <a:defRPr lang="en-US"/>
    </a:defPPr>
    <a:lvl1pPr marL="0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1pPr>
    <a:lvl2pPr marL="1865330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2pPr>
    <a:lvl3pPr marL="3730659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3pPr>
    <a:lvl4pPr marL="5595989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4pPr>
    <a:lvl5pPr marL="7461316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5pPr>
    <a:lvl6pPr marL="9326646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6pPr>
    <a:lvl7pPr marL="11191976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7pPr>
    <a:lvl8pPr marL="13057305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8pPr>
    <a:lvl9pPr marL="14922635" algn="l" defTabSz="3730659" rtl="0" eaLnBrk="1" latinLnBrk="0" hangingPunct="1">
      <a:defRPr sz="734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26"/>
  </p:normalViewPr>
  <p:slideViewPr>
    <p:cSldViewPr snapToGrid="0" snapToObjects="1">
      <p:cViewPr>
        <p:scale>
          <a:sx n="39" d="100"/>
          <a:sy n="39" d="100"/>
        </p:scale>
        <p:origin x="1456" y="-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95E68-FE87-6945-8659-528B29D131CE}" type="datetimeFigureOut"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FB165-1881-FF43-BD09-C4B312112F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0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1pPr>
    <a:lvl2pPr marL="1865330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2pPr>
    <a:lvl3pPr marL="3730659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3pPr>
    <a:lvl4pPr marL="5595989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4pPr>
    <a:lvl5pPr marL="7461316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5pPr>
    <a:lvl6pPr marL="9326646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6pPr>
    <a:lvl7pPr marL="11191976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7pPr>
    <a:lvl8pPr marL="13057305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8pPr>
    <a:lvl9pPr marL="14922635" algn="l" defTabSz="3730659" rtl="0" eaLnBrk="1" latinLnBrk="0" hangingPunct="1">
      <a:defRPr sz="48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5FB165-1881-FF43-BD09-C4B312112F1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8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0" y="7482420"/>
            <a:ext cx="27203400" cy="15917333"/>
          </a:xfrm>
        </p:spPr>
        <p:txBody>
          <a:bodyPr anchor="b"/>
          <a:lstStyle>
            <a:lvl1pPr algn="ctr">
              <a:defRPr sz="21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0" y="24013587"/>
            <a:ext cx="24003000" cy="11038413"/>
          </a:xfrm>
        </p:spPr>
        <p:txBody>
          <a:bodyPr/>
          <a:lstStyle>
            <a:lvl1pPr marL="0" indent="0" algn="ctr">
              <a:buNone/>
              <a:defRPr sz="8400"/>
            </a:lvl1pPr>
            <a:lvl2pPr marL="1600200" indent="0" algn="ctr">
              <a:buNone/>
              <a:defRPr sz="7000"/>
            </a:lvl2pPr>
            <a:lvl3pPr marL="3200400" indent="0" algn="ctr">
              <a:buNone/>
              <a:defRPr sz="6300"/>
            </a:lvl3pPr>
            <a:lvl4pPr marL="4800600" indent="0" algn="ctr">
              <a:buNone/>
              <a:defRPr sz="5600"/>
            </a:lvl4pPr>
            <a:lvl5pPr marL="6400800" indent="0" algn="ctr">
              <a:buNone/>
              <a:defRPr sz="5600"/>
            </a:lvl5pPr>
            <a:lvl6pPr marL="8001000" indent="0" algn="ctr">
              <a:buNone/>
              <a:defRPr sz="5600"/>
            </a:lvl6pPr>
            <a:lvl7pPr marL="9601200" indent="0" algn="ctr">
              <a:buNone/>
              <a:defRPr sz="5600"/>
            </a:lvl7pPr>
            <a:lvl8pPr marL="11201400" indent="0" algn="ctr">
              <a:buNone/>
              <a:defRPr sz="5600"/>
            </a:lvl8pPr>
            <a:lvl9pPr marL="12801600" indent="0" algn="ctr">
              <a:buNone/>
              <a:defRPr sz="5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08" y="11398263"/>
            <a:ext cx="27603450" cy="19018247"/>
          </a:xfrm>
        </p:spPr>
        <p:txBody>
          <a:bodyPr anchor="b"/>
          <a:lstStyle>
            <a:lvl1pPr>
              <a:defRPr sz="21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08" y="30596430"/>
            <a:ext cx="27603450" cy="10001247"/>
          </a:xfrm>
        </p:spPr>
        <p:txBody>
          <a:bodyPr/>
          <a:lstStyle>
            <a:lvl1pPr marL="0" indent="0">
              <a:buNone/>
              <a:defRPr sz="8400">
                <a:solidFill>
                  <a:schemeClr val="tx1"/>
                </a:solidFill>
              </a:defRPr>
            </a:lvl1pPr>
            <a:lvl2pPr marL="1600200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2pPr>
            <a:lvl3pPr marL="320040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3pPr>
            <a:lvl4pPr marL="48006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4pPr>
            <a:lvl5pPr marL="64008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5pPr>
            <a:lvl6pPr marL="80010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6pPr>
            <a:lvl7pPr marL="96012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7pPr>
            <a:lvl8pPr marL="112014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8pPr>
            <a:lvl9pPr marL="1280160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75" y="12170833"/>
            <a:ext cx="13601700" cy="290089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25" y="12170833"/>
            <a:ext cx="13601700" cy="290089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3" y="2434177"/>
            <a:ext cx="27603450" cy="883708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47" y="11207753"/>
            <a:ext cx="13539190" cy="5492747"/>
          </a:xfrm>
        </p:spPr>
        <p:txBody>
          <a:bodyPr anchor="b"/>
          <a:lstStyle>
            <a:lvl1pPr marL="0" indent="0">
              <a:buNone/>
              <a:defRPr sz="8400" b="1"/>
            </a:lvl1pPr>
            <a:lvl2pPr marL="1600200" indent="0">
              <a:buNone/>
              <a:defRPr sz="7000" b="1"/>
            </a:lvl2pPr>
            <a:lvl3pPr marL="3200400" indent="0">
              <a:buNone/>
              <a:defRPr sz="6300" b="1"/>
            </a:lvl3pPr>
            <a:lvl4pPr marL="4800600" indent="0">
              <a:buNone/>
              <a:defRPr sz="5600" b="1"/>
            </a:lvl4pPr>
            <a:lvl5pPr marL="6400800" indent="0">
              <a:buNone/>
              <a:defRPr sz="5600" b="1"/>
            </a:lvl5pPr>
            <a:lvl6pPr marL="8001000" indent="0">
              <a:buNone/>
              <a:defRPr sz="5600" b="1"/>
            </a:lvl6pPr>
            <a:lvl7pPr marL="9601200" indent="0">
              <a:buNone/>
              <a:defRPr sz="5600" b="1"/>
            </a:lvl7pPr>
            <a:lvl8pPr marL="11201400" indent="0">
              <a:buNone/>
              <a:defRPr sz="5600" b="1"/>
            </a:lvl8pPr>
            <a:lvl9pPr marL="12801600" indent="0">
              <a:buNone/>
              <a:defRPr sz="5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47" y="16700500"/>
            <a:ext cx="13539190" cy="245639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7" y="11207753"/>
            <a:ext cx="13605869" cy="5492747"/>
          </a:xfrm>
        </p:spPr>
        <p:txBody>
          <a:bodyPr anchor="b"/>
          <a:lstStyle>
            <a:lvl1pPr marL="0" indent="0">
              <a:buNone/>
              <a:defRPr sz="8400" b="1"/>
            </a:lvl1pPr>
            <a:lvl2pPr marL="1600200" indent="0">
              <a:buNone/>
              <a:defRPr sz="7000" b="1"/>
            </a:lvl2pPr>
            <a:lvl3pPr marL="3200400" indent="0">
              <a:buNone/>
              <a:defRPr sz="6300" b="1"/>
            </a:lvl3pPr>
            <a:lvl4pPr marL="4800600" indent="0">
              <a:buNone/>
              <a:defRPr sz="5600" b="1"/>
            </a:lvl4pPr>
            <a:lvl5pPr marL="6400800" indent="0">
              <a:buNone/>
              <a:defRPr sz="5600" b="1"/>
            </a:lvl5pPr>
            <a:lvl6pPr marL="8001000" indent="0">
              <a:buNone/>
              <a:defRPr sz="5600" b="1"/>
            </a:lvl6pPr>
            <a:lvl7pPr marL="9601200" indent="0">
              <a:buNone/>
              <a:defRPr sz="5600" b="1"/>
            </a:lvl7pPr>
            <a:lvl8pPr marL="11201400" indent="0">
              <a:buNone/>
              <a:defRPr sz="5600" b="1"/>
            </a:lvl8pPr>
            <a:lvl9pPr marL="12801600" indent="0">
              <a:buNone/>
              <a:defRPr sz="5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7" y="16700500"/>
            <a:ext cx="13605869" cy="245639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3048000"/>
            <a:ext cx="10322123" cy="10668000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69" y="6582844"/>
            <a:ext cx="16202025" cy="32490833"/>
          </a:xfrm>
        </p:spPr>
        <p:txBody>
          <a:bodyPr/>
          <a:lstStyle>
            <a:lvl1pPr>
              <a:defRPr sz="11200"/>
            </a:lvl1pPr>
            <a:lvl2pPr>
              <a:defRPr sz="9800"/>
            </a:lvl2pPr>
            <a:lvl3pPr>
              <a:defRPr sz="84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13716000"/>
            <a:ext cx="10322123" cy="25410587"/>
          </a:xfrm>
        </p:spPr>
        <p:txBody>
          <a:bodyPr/>
          <a:lstStyle>
            <a:lvl1pPr marL="0" indent="0">
              <a:buNone/>
              <a:defRPr sz="5600"/>
            </a:lvl1pPr>
            <a:lvl2pPr marL="1600200" indent="0">
              <a:buNone/>
              <a:defRPr sz="4900"/>
            </a:lvl2pPr>
            <a:lvl3pPr marL="3200400" indent="0">
              <a:buNone/>
              <a:defRPr sz="4200"/>
            </a:lvl3pPr>
            <a:lvl4pPr marL="4800600" indent="0">
              <a:buNone/>
              <a:defRPr sz="3500"/>
            </a:lvl4pPr>
            <a:lvl5pPr marL="6400800" indent="0">
              <a:buNone/>
              <a:defRPr sz="3500"/>
            </a:lvl5pPr>
            <a:lvl6pPr marL="8001000" indent="0">
              <a:buNone/>
              <a:defRPr sz="3500"/>
            </a:lvl6pPr>
            <a:lvl7pPr marL="9601200" indent="0">
              <a:buNone/>
              <a:defRPr sz="3500"/>
            </a:lvl7pPr>
            <a:lvl8pPr marL="11201400" indent="0">
              <a:buNone/>
              <a:defRPr sz="3500"/>
            </a:lvl8pPr>
            <a:lvl9pPr marL="12801600" indent="0">
              <a:buNone/>
              <a:defRPr sz="35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4" y="3048000"/>
            <a:ext cx="10322123" cy="10668000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69" y="6582844"/>
            <a:ext cx="16202025" cy="32490833"/>
          </a:xfrm>
        </p:spPr>
        <p:txBody>
          <a:bodyPr anchor="t"/>
          <a:lstStyle>
            <a:lvl1pPr marL="0" indent="0">
              <a:buNone/>
              <a:defRPr sz="11200"/>
            </a:lvl1pPr>
            <a:lvl2pPr marL="1600200" indent="0">
              <a:buNone/>
              <a:defRPr sz="9800"/>
            </a:lvl2pPr>
            <a:lvl3pPr marL="3200400" indent="0">
              <a:buNone/>
              <a:defRPr sz="8400"/>
            </a:lvl3pPr>
            <a:lvl4pPr marL="4800600" indent="0">
              <a:buNone/>
              <a:defRPr sz="7000"/>
            </a:lvl4pPr>
            <a:lvl5pPr marL="6400800" indent="0">
              <a:buNone/>
              <a:defRPr sz="7000"/>
            </a:lvl5pPr>
            <a:lvl6pPr marL="8001000" indent="0">
              <a:buNone/>
              <a:defRPr sz="7000"/>
            </a:lvl6pPr>
            <a:lvl7pPr marL="9601200" indent="0">
              <a:buNone/>
              <a:defRPr sz="7000"/>
            </a:lvl7pPr>
            <a:lvl8pPr marL="11201400" indent="0">
              <a:buNone/>
              <a:defRPr sz="7000"/>
            </a:lvl8pPr>
            <a:lvl9pPr marL="12801600" indent="0">
              <a:buNone/>
              <a:defRPr sz="7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44" y="13716000"/>
            <a:ext cx="10322123" cy="25410587"/>
          </a:xfrm>
        </p:spPr>
        <p:txBody>
          <a:bodyPr/>
          <a:lstStyle>
            <a:lvl1pPr marL="0" indent="0">
              <a:buNone/>
              <a:defRPr sz="5600"/>
            </a:lvl1pPr>
            <a:lvl2pPr marL="1600200" indent="0">
              <a:buNone/>
              <a:defRPr sz="4900"/>
            </a:lvl2pPr>
            <a:lvl3pPr marL="3200400" indent="0">
              <a:buNone/>
              <a:defRPr sz="4200"/>
            </a:lvl3pPr>
            <a:lvl4pPr marL="4800600" indent="0">
              <a:buNone/>
              <a:defRPr sz="3500"/>
            </a:lvl4pPr>
            <a:lvl5pPr marL="6400800" indent="0">
              <a:buNone/>
              <a:defRPr sz="3500"/>
            </a:lvl5pPr>
            <a:lvl6pPr marL="8001000" indent="0">
              <a:buNone/>
              <a:defRPr sz="3500"/>
            </a:lvl6pPr>
            <a:lvl7pPr marL="9601200" indent="0">
              <a:buNone/>
              <a:defRPr sz="3500"/>
            </a:lvl7pPr>
            <a:lvl8pPr marL="11201400" indent="0">
              <a:buNone/>
              <a:defRPr sz="3500"/>
            </a:lvl8pPr>
            <a:lvl9pPr marL="12801600" indent="0">
              <a:buNone/>
              <a:defRPr sz="35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4" y="2434167"/>
            <a:ext cx="6900863" cy="387455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7" y="2434167"/>
            <a:ext cx="20302538" cy="3874558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BF26-BE59-D945-B821-9CEB2BCE86BC}" type="slidenum"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75" y="2434177"/>
            <a:ext cx="27603450" cy="88370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5" y="12170833"/>
            <a:ext cx="27603450" cy="290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75" y="42375677"/>
            <a:ext cx="7200900" cy="243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FA653-1216-D441-A492-0A771C6B69E9}" type="datetimeFigureOut"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25" y="42375677"/>
            <a:ext cx="10801350" cy="243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25" y="42375677"/>
            <a:ext cx="7200900" cy="243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9BF26-BE59-D945-B821-9CEB2BCE86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9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200400" rtl="0" eaLnBrk="1" latinLnBrk="0" hangingPunct="1">
        <a:lnSpc>
          <a:spcPct val="90000"/>
        </a:lnSpc>
        <a:spcBef>
          <a:spcPct val="0"/>
        </a:spcBef>
        <a:buNone/>
        <a:defRPr sz="1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0" indent="-800100" algn="l" defTabSz="3200400" rtl="0" eaLnBrk="1" latinLnBrk="0" hangingPunct="1">
        <a:lnSpc>
          <a:spcPct val="90000"/>
        </a:lnSpc>
        <a:spcBef>
          <a:spcPts val="3500"/>
        </a:spcBef>
        <a:buFont typeface="Arial" panose="020B0604020202020204" pitchFamily="34" charset="0"/>
        <a:buChar char="•"/>
        <a:defRPr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0" indent="-800100" algn="l" defTabSz="3200400" rtl="0" eaLnBrk="1" latinLnBrk="0" hangingPunct="1">
        <a:lnSpc>
          <a:spcPct val="90000"/>
        </a:lnSpc>
        <a:spcBef>
          <a:spcPts val="175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0" algn="l" defTabSz="3200400" rtl="0" eaLnBrk="1" latinLnBrk="0" hangingPunct="1"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914399" y="914400"/>
            <a:ext cx="30175201" cy="43891200"/>
          </a:xfrm>
          <a:prstGeom prst="rect">
            <a:avLst/>
          </a:prstGeom>
          <a:noFill/>
          <a:ln w="76200" cmpd="tri">
            <a:solidFill>
              <a:srgbClr val="7030A0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defTabSz="376197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26" name="Picture 2" descr="mage result for prisma healt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8528" y="3357885"/>
            <a:ext cx="5032237" cy="205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345554" y="1324888"/>
            <a:ext cx="29985116" cy="4046172"/>
            <a:chOff x="-1711096" y="1276114"/>
            <a:chExt cx="45172744" cy="3399490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206262" y="1276114"/>
              <a:ext cx="43255386" cy="24310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5366" tIns="47684" rIns="95366" bIns="47684"/>
            <a:lstStyle/>
            <a:p>
              <a:pPr algn="ctr" defTabSz="4577859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900" b="1" spc="-300" dirty="0">
                  <a:solidFill>
                    <a:srgbClr val="7030A0"/>
                  </a:solidFill>
                  <a:latin typeface="Myriad Pro" pitchFamily="34" charset="0"/>
                  <a:cs typeface="Times New Roman" panose="02020603050405020304" pitchFamily="18" charset="0"/>
                </a:rPr>
                <a:t>Machine learning application in cancer treatment response evaluation </a:t>
              </a:r>
            </a:p>
            <a:p>
              <a:pPr algn="ctr" defTabSz="4577859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900" b="1" spc="-300" dirty="0">
                  <a:solidFill>
                    <a:srgbClr val="7030A0"/>
                  </a:solidFill>
                  <a:latin typeface="Myriad Pro" pitchFamily="34" charset="0"/>
                  <a:cs typeface="Times New Roman" panose="02020603050405020304" pitchFamily="18" charset="0"/>
                </a:rPr>
                <a:t>to relieve inter-observer variability among radiologists</a:t>
              </a:r>
            </a:p>
          </p:txBody>
        </p:sp>
        <p:sp>
          <p:nvSpPr>
            <p:cNvPr id="7" name="Rectangle 91"/>
            <p:cNvSpPr>
              <a:spLocks noChangeArrowheads="1"/>
            </p:cNvSpPr>
            <p:nvPr/>
          </p:nvSpPr>
          <p:spPr bwMode="auto">
            <a:xfrm>
              <a:off x="2761193" y="4132573"/>
              <a:ext cx="35457739" cy="543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3600" baseline="30000" dirty="0"/>
                <a:t>1</a:t>
              </a:r>
              <a:r>
                <a:rPr lang="en-US" sz="3600" dirty="0"/>
                <a:t>Clemson University, Clemson, SC, </a:t>
              </a:r>
              <a:r>
                <a:rPr lang="en-US" sz="3600" baseline="30000" dirty="0"/>
                <a:t>2</a:t>
              </a:r>
              <a:r>
                <a:rPr lang="en-US" sz="3600" dirty="0"/>
                <a:t>Prisma Health, Greenville, SC </a:t>
              </a:r>
            </a:p>
          </p:txBody>
        </p:sp>
        <p:sp>
          <p:nvSpPr>
            <p:cNvPr id="8" name="Rectangle 92"/>
            <p:cNvSpPr>
              <a:spLocks noChangeArrowheads="1"/>
            </p:cNvSpPr>
            <p:nvPr/>
          </p:nvSpPr>
          <p:spPr bwMode="auto">
            <a:xfrm>
              <a:off x="-1711096" y="3385054"/>
              <a:ext cx="43860432" cy="594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1" algn="ctr"/>
              <a:r>
                <a:rPr lang="en-US" sz="4000" dirty="0"/>
                <a:t>MinJae Woo, BS</a:t>
              </a:r>
              <a:r>
                <a:rPr lang="en-US" sz="4000" baseline="30000" dirty="0"/>
                <a:t>1</a:t>
              </a:r>
              <a:r>
                <a:rPr lang="en-US" sz="4000" dirty="0"/>
                <a:t>, Steven Lowe, MD</a:t>
              </a:r>
              <a:r>
                <a:rPr lang="en-US" sz="4000" baseline="30000" dirty="0"/>
                <a:t>2</a:t>
              </a:r>
              <a:r>
                <a:rPr lang="en-US" sz="4000" dirty="0"/>
                <a:t>, Michael Devane, MD</a:t>
              </a:r>
              <a:r>
                <a:rPr lang="en-US" sz="4000" baseline="30000" dirty="0"/>
                <a:t>2</a:t>
              </a:r>
              <a:r>
                <a:rPr lang="en-US" sz="4000" dirty="0"/>
                <a:t>, Ronald Gimbel, PhD</a:t>
              </a:r>
              <a:r>
                <a:rPr lang="en-US" sz="4000" baseline="30000" dirty="0"/>
                <a:t>1</a:t>
              </a:r>
              <a:r>
                <a:rPr lang="en-US" sz="4000" dirty="0"/>
                <a:t> </a:t>
              </a:r>
            </a:p>
          </p:txBody>
        </p:sp>
      </p:grpSp>
      <p:pic>
        <p:nvPicPr>
          <p:cNvPr id="1028" name="Picture 4" descr="mage result for clemson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645" y="2504661"/>
            <a:ext cx="3184109" cy="318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14399" y="6165895"/>
            <a:ext cx="15056485" cy="38639705"/>
          </a:xfrm>
          <a:prstGeom prst="rect">
            <a:avLst/>
          </a:prstGeom>
          <a:noFill/>
          <a:ln w="76200" cmpd="tri">
            <a:solidFill>
              <a:srgbClr val="7030A0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defTabSz="438912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970884" y="6165895"/>
            <a:ext cx="15118715" cy="38639705"/>
          </a:xfrm>
          <a:prstGeom prst="rect">
            <a:avLst/>
          </a:prstGeom>
          <a:noFill/>
          <a:ln w="76200" cmpd="tri">
            <a:solidFill>
              <a:srgbClr val="7030A0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defTabSz="438912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950402" y="6496423"/>
            <a:ext cx="12984480" cy="815346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pPr algn="ctr" defTabSz="365720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7038001" y="6496423"/>
            <a:ext cx="12984480" cy="815346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pPr algn="ctr" defTabSz="365720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6757" y="14072199"/>
            <a:ext cx="14625734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50" dirty="0">
                <a:effectLst/>
              </a:rPr>
              <a:t>d</a:t>
            </a:r>
          </a:p>
        </p:txBody>
      </p:sp>
      <p:sp>
        <p:nvSpPr>
          <p:cNvPr id="95" name="Rectangle 17"/>
          <p:cNvSpPr>
            <a:spLocks noChangeArrowheads="1"/>
          </p:cNvSpPr>
          <p:nvPr/>
        </p:nvSpPr>
        <p:spPr bwMode="auto">
          <a:xfrm>
            <a:off x="1950402" y="12974523"/>
            <a:ext cx="12984480" cy="817677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pPr algn="ctr" defTabSz="365720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117" name="Rectangle 17"/>
          <p:cNvSpPr>
            <a:spLocks noChangeArrowheads="1"/>
          </p:cNvSpPr>
          <p:nvPr/>
        </p:nvSpPr>
        <p:spPr bwMode="auto">
          <a:xfrm>
            <a:off x="16960876" y="33750916"/>
            <a:ext cx="12984480" cy="815346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pPr algn="ctr" defTabSz="365720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80574" y="7486949"/>
            <a:ext cx="1462573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50" dirty="0"/>
              <a:t>d</a:t>
            </a:r>
          </a:p>
          <a:p>
            <a:endParaRPr lang="en-US" sz="2950" dirty="0"/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6A1DDFAF-C083-76EF-6F88-DEAC85F1F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01" y="21289665"/>
            <a:ext cx="12984480" cy="817677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pPr algn="ctr" defTabSz="365720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bg1"/>
                </a:solidFill>
              </a:rPr>
              <a:t>Methods</a:t>
            </a:r>
          </a:p>
        </p:txBody>
      </p:sp>
      <p:sp>
        <p:nvSpPr>
          <p:cNvPr id="11" name="Rectangle 17">
            <a:extLst>
              <a:ext uri="{FF2B5EF4-FFF2-40B4-BE49-F238E27FC236}">
                <a16:creationId xmlns:a16="http://schemas.microsoft.com/office/drawing/2014/main" id="{F50265B0-79BE-B3AE-9E38-8EF1B3AFF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8001" y="18188838"/>
            <a:ext cx="12984480" cy="815346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pPr algn="ctr" defTabSz="365720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bg1"/>
                </a:solidFill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50638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4337</TotalTime>
  <Words>55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Myriad Pro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MIN-JAE WOO</dc:creator>
  <cp:lastModifiedBy>MinJae Woo</cp:lastModifiedBy>
  <cp:revision>31</cp:revision>
  <dcterms:created xsi:type="dcterms:W3CDTF">2019-03-16T21:19:51Z</dcterms:created>
  <dcterms:modified xsi:type="dcterms:W3CDTF">2026-04-08T17:15:09Z</dcterms:modified>
</cp:coreProperties>
</file>